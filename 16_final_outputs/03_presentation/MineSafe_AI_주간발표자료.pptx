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8606c624db44d2" /><Relationship Type="http://schemas.openxmlformats.org/officeDocument/2006/relationships/extended-properties" Target="/docProps/app.xml" Id="Ref99fc5f62074c22" /><Relationship Type="http://schemas.openxmlformats.org/officeDocument/2006/relationships/officeDocument" Target="/ppt/presentation.xml" Id="Rd7645c46f808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c3a99e66324add"/>
  </p:sldMasterIdLst>
  <p:notesMasterIdLst>
    <p:notesMasterId xmlns:r="http://schemas.openxmlformats.org/officeDocument/2006/relationships" r:id="R76800129c16043e6"/>
  </p:notesMasterIdLst>
  <p:sldIdLst>
    <p:sldId xmlns:r="http://schemas.openxmlformats.org/officeDocument/2006/relationships" id="256" r:id="Rd0b83d56d4234457"/>
    <p:sldId xmlns:r="http://schemas.openxmlformats.org/officeDocument/2006/relationships" id="257" r:id="R1d86800b2eb3476d"/>
    <p:sldId xmlns:r="http://schemas.openxmlformats.org/officeDocument/2006/relationships" id="258" r:id="Rd3c0d91b43994b7f"/>
    <p:sldId xmlns:r="http://schemas.openxmlformats.org/officeDocument/2006/relationships" id="259" r:id="Rf7fedbdbf35540ff"/>
    <p:sldId xmlns:r="http://schemas.openxmlformats.org/officeDocument/2006/relationships" id="260" r:id="R590f6dd12ede4c76"/>
    <p:sldId xmlns:r="http://schemas.openxmlformats.org/officeDocument/2006/relationships" id="261" r:id="R762d4170c3f94c96"/>
    <p:sldId xmlns:r="http://schemas.openxmlformats.org/officeDocument/2006/relationships" id="262" r:id="Rdbe37e6c31864d9a"/>
    <p:sldId xmlns:r="http://schemas.openxmlformats.org/officeDocument/2006/relationships" id="263" r:id="R70dd01ca95374a26"/>
    <p:sldId xmlns:r="http://schemas.openxmlformats.org/officeDocument/2006/relationships" id="264" r:id="R2025860e80e14b92"/>
    <p:sldId xmlns:r="http://schemas.openxmlformats.org/officeDocument/2006/relationships" id="265" r:id="R910cc3bfe2d3434e"/>
    <p:sldId xmlns:r="http://schemas.openxmlformats.org/officeDocument/2006/relationships" id="266" r:id="Rc633d93231a749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ebcbafa5c4777" /><Relationship Type="http://schemas.openxmlformats.org/officeDocument/2006/relationships/slideMaster" Target="/ppt/slideMasters/slideMaster1.xml" Id="Rb6c3a99e66324add" /><Relationship Type="http://schemas.openxmlformats.org/officeDocument/2006/relationships/notesMaster" Target="/ppt/notesMasters/notesMaster1.xml" Id="R76800129c16043e6" /><Relationship Type="http://schemas.openxmlformats.org/officeDocument/2006/relationships/presProps" Target="/ppt/presProps.xml" Id="R074bc6180cfe49d4" /><Relationship Type="http://schemas.openxmlformats.org/officeDocument/2006/relationships/tableStyles" Target="/ppt/tableStyles.xml" Id="R42d6debf22f048b4" /><Relationship Type="http://schemas.openxmlformats.org/officeDocument/2006/relationships/slide" Target="/ppt/slides/slide1.xml" Id="Rd0b83d56d4234457" /><Relationship Type="http://schemas.openxmlformats.org/officeDocument/2006/relationships/slide" Target="/ppt/slides/slide2.xml" Id="R1d86800b2eb3476d" /><Relationship Type="http://schemas.openxmlformats.org/officeDocument/2006/relationships/slide" Target="/ppt/slides/slide3.xml" Id="Rd3c0d91b43994b7f" /><Relationship Type="http://schemas.openxmlformats.org/officeDocument/2006/relationships/slide" Target="/ppt/slides/slide4.xml" Id="Rf7fedbdbf35540ff" /><Relationship Type="http://schemas.openxmlformats.org/officeDocument/2006/relationships/slide" Target="/ppt/slides/slide5.xml" Id="R590f6dd12ede4c76" /><Relationship Type="http://schemas.openxmlformats.org/officeDocument/2006/relationships/slide" Target="/ppt/slides/slide6.xml" Id="R762d4170c3f94c96" /><Relationship Type="http://schemas.openxmlformats.org/officeDocument/2006/relationships/slide" Target="/ppt/slides/slide7.xml" Id="Rdbe37e6c31864d9a" /><Relationship Type="http://schemas.openxmlformats.org/officeDocument/2006/relationships/slide" Target="/ppt/slides/slide8.xml" Id="R70dd01ca95374a26" /><Relationship Type="http://schemas.openxmlformats.org/officeDocument/2006/relationships/slide" Target="/ppt/slides/slide9.xml" Id="R2025860e80e14b92" /><Relationship Type="http://schemas.openxmlformats.org/officeDocument/2006/relationships/slide" Target="/ppt/slides/slide10.xml" Id="R910cc3bfe2d3434e" /><Relationship Type="http://schemas.openxmlformats.org/officeDocument/2006/relationships/slide" Target="/ppt/slides/slide11.xml" Id="Rc633d93231a7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a6bdba4dc3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1a7cf5a4a41ef" /><Relationship Type="http://schemas.openxmlformats.org/officeDocument/2006/relationships/notesMaster" Target="/ppt/notesMasters/notesMaster1.xml" Id="R70f858c0fa1345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36d4a325f24c3c" /><Relationship Type="http://schemas.openxmlformats.org/officeDocument/2006/relationships/notesMaster" Target="/ppt/notesMasters/notesMaster1.xml" Id="R078f554d409e46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c835c27229475e" /><Relationship Type="http://schemas.openxmlformats.org/officeDocument/2006/relationships/notesMaster" Target="/ppt/notesMasters/notesMaster1.xml" Id="R7ce8cba63c1145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4ebb4c54f47c5" /><Relationship Type="http://schemas.openxmlformats.org/officeDocument/2006/relationships/notesMaster" Target="/ppt/notesMasters/notesMaster1.xml" Id="R1940fa43b08e47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e52a2ad11e4871" /><Relationship Type="http://schemas.openxmlformats.org/officeDocument/2006/relationships/notesMaster" Target="/ppt/notesMasters/notesMaster1.xml" Id="Rd7fe86e7deee42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022e587b8d4d13" /><Relationship Type="http://schemas.openxmlformats.org/officeDocument/2006/relationships/notesMaster" Target="/ppt/notesMasters/notesMaster1.xml" Id="R431b1fadea8246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3138882e3a46b5" /><Relationship Type="http://schemas.openxmlformats.org/officeDocument/2006/relationships/notesMaster" Target="/ppt/notesMasters/notesMaster1.xml" Id="R8fab7e01f16341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7b6246e07a4a77" /><Relationship Type="http://schemas.openxmlformats.org/officeDocument/2006/relationships/notesMaster" Target="/ppt/notesMasters/notesMaster1.xml" Id="Rb8b4663c9b6048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916bd88284758" /><Relationship Type="http://schemas.openxmlformats.org/officeDocument/2006/relationships/notesMaster" Target="/ppt/notesMasters/notesMaster1.xml" Id="R92a9a5797d184d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f5693d44ed49a9" /><Relationship Type="http://schemas.openxmlformats.org/officeDocument/2006/relationships/notesMaster" Target="/ppt/notesMasters/notesMaster1.xml" Id="Rf60ebc7196f243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c3290024c940af" /><Relationship Type="http://schemas.openxmlformats.org/officeDocument/2006/relationships/notesMaster" Target="/ppt/notesMasters/notesMaster1.xml" Id="Rce57fd3fb7704d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7c4dae2fd42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b3a7d0028243d3" /><Relationship Type="http://schemas.openxmlformats.org/officeDocument/2006/relationships/slideLayout" Target="/ppt/slideLayouts/slideLayout1.xml" Id="R1b6fed19ef8e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6fed19ef8e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643ed2d0743da" /><Relationship Type="http://schemas.openxmlformats.org/officeDocument/2006/relationships/notesSlide" Target="/ppt/notesSlides/notesSlide1.xml" Id="R2fe20f3ac0ca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e9b48166a4ac1" /><Relationship Type="http://schemas.openxmlformats.org/officeDocument/2006/relationships/notesSlide" Target="/ppt/notesSlides/notesSlide2.xml" Id="R4eb40cefd9b9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cd9a551b541a2" /><Relationship Type="http://schemas.openxmlformats.org/officeDocument/2006/relationships/notesSlide" Target="/ppt/notesSlides/notesSlide3.xml" Id="R30442c5e533542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cfe9024c3493d" /><Relationship Type="http://schemas.openxmlformats.org/officeDocument/2006/relationships/notesSlide" Target="/ppt/notesSlides/notesSlide4.xml" Id="R45b5b8611d8a49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c7708d6fa4f61" /><Relationship Type="http://schemas.openxmlformats.org/officeDocument/2006/relationships/notesSlide" Target="/ppt/notesSlides/notesSlide5.xml" Id="Rf9be2d2073424c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2bcfcde9f4f13" /><Relationship Type="http://schemas.openxmlformats.org/officeDocument/2006/relationships/notesSlide" Target="/ppt/notesSlides/notesSlide6.xml" Id="R180dda966955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6e08584df4232" /><Relationship Type="http://schemas.openxmlformats.org/officeDocument/2006/relationships/notesSlide" Target="/ppt/notesSlides/notesSlide7.xml" Id="Rf70612604507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39e5fd9c74068" /><Relationship Type="http://schemas.openxmlformats.org/officeDocument/2006/relationships/notesSlide" Target="/ppt/notesSlides/notesSlide8.xml" Id="Rfbc5ff913a6248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9bde78f2c453a" /><Relationship Type="http://schemas.openxmlformats.org/officeDocument/2006/relationships/image" Target="/ppt/media/image.png" Id="Rb04e68cab16d4b45" /><Relationship Type="http://schemas.openxmlformats.org/officeDocument/2006/relationships/image" Target="/ppt/media/image2.png" Id="R3874640a175e4b17" /><Relationship Type="http://schemas.openxmlformats.org/officeDocument/2006/relationships/notesSlide" Target="/ppt/notesSlides/notesSlide9.xml" Id="R24a931345a544f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fb688eb084bf7" /><Relationship Type="http://schemas.openxmlformats.org/officeDocument/2006/relationships/image" Target="/ppt/media/image3.png" Id="R5e1af3c5955241f0" /><Relationship Type="http://schemas.openxmlformats.org/officeDocument/2006/relationships/notesSlide" Target="/ppt/notesSlides/notesSlide10.xml" Id="Ra6ebe47ffedd42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44f1983e9490c" /><Relationship Type="http://schemas.openxmlformats.org/officeDocument/2006/relationships/notesSlide" Target="/ppt/notesSlides/notesSlide11.xml" Id="R12d1f7564b284b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7AA3F-6055-4531-846B-B86C8947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MineSafe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9078D-B7B3-4C99-A02F-9F05722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광산 안전 지침 및 중대재해처벌법 대응 RAG 가상 안전관리자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9DF7D-A36D-4AE4-BAA5-5DD8568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CBBCA-3B97-4262-A568-F3314202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v2 블라인드 다중평가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16C89-3443-4410-B45A-E30629D7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MineSafe AI 평균 85.61점, 1위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0A1C5-30FA-43F9-A0E9-A13ED46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강원대학교 에너지자원공학과</a:t>
            </a:r>
          </a:p>
        </p:txBody>
      </p:sp>
    </p:spTree>
    <p:extLst>
      <p:ext uri="{BB962C8B-B14F-4D97-AF65-F5344CB8AC3E}">
        <p14:creationId xmlns:p14="http://schemas.microsoft.com/office/powerpoint/2010/main" val="845054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94A14-F348-4188-A6FA-517FDAE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광산 현장은 즉시 판단 가능한 근거형 답변이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19D5F-B11E-4DF3-AEDD-6DBDD35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발파, 유해가스, 낙반, 장비 협착 상황은 일반 설명보다 조치 우선순위가 중요합니다.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AC425-81BB-4968-808C-5A48292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03EB2-A101-492E-A6C2-547A5A26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C9EC-FE6A-4B1F-A91E-4763E01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478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안전관리자는 작업중지, 접근통제, 보고, 작업재개 조건을 빠르게 판단해야 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1C52D-DC8C-4A9C-BF20-6B1B7F2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6DCF5-2582-45F8-8861-8A63154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336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일반 생성형 AI는 공식 문서 근거와 광산 현장 절차를 일관되게 제시하기 어려움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25839-3D7B-43A7-9F65-31D2237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875D6-1E64-481F-A391-45DB71C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법령 대응까지 고려하려면 안전보건관리체계와 기록·보고 관점이 함께 필요함</a:t>
            </a:r>
          </a:p>
        </p:txBody>
      </p:sp>
    </p:spTree>
    <p:extLst>
      <p:ext uri="{BB962C8B-B14F-4D97-AF65-F5344CB8AC3E}">
        <p14:creationId xmlns:p14="http://schemas.microsoft.com/office/powerpoint/2010/main" val="714421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D5A37-D044-467C-84FB-E1FFA588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문제는 답변 속도가 아니라 현장 적합성과 근거 추적성이다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DFA7E-AFC3-4886-B0DA-035C69D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MineSafe AI는 안전관리자가 실제로 확인해야 할 판단 항목을 중심에 둡니다.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E0F91-D91B-4549-A530-F14669DE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8958-F971-43FE-A349-E2D0619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A11F-A280-4BCA-AFA4-BA611EF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질문에 대한 직접 판단과 위험 수준 설명이 필요함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005A1-4293-440D-A275-24C3ADD8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1B6AE-A7F8-49FB-AF25-BB3C905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공식 문서 근거, 출처 추적성, 현장 조치가 답변 품질의 핵심임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C9AF3-F341-40AF-86B1-F1AD735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27FDC-FFB2-471C-9F09-97C4521F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작업재개는 위험요인 제거, 책임자 확인, 기록 완료 후 판단해야 함</a:t>
            </a:r>
          </a:p>
        </p:txBody>
      </p:sp>
    </p:spTree>
    <p:extLst>
      <p:ext uri="{BB962C8B-B14F-4D97-AF65-F5344CB8AC3E}">
        <p14:creationId xmlns:p14="http://schemas.microsoft.com/office/powerpoint/2010/main" val="2027156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6E31F-CA1F-4296-90FC-798CB5AC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MineSafe AI는 공식 문서 기반 RAG로 안전 답변을 생성한다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CE523-CB86-4454-83C6-BF3C5BD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Streamlit 앱, Vector DB, 통합 chunks, 답변 템플릿을 하나의 흐름으로 구성했습니다.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89651-8A05-4DE8-A088-0B67859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67E64-B7F6-4B16-9F91-8044B17F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CECBC-4F99-4962-A15F-710C9BAF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사용자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7F27E-EB3B-4EE9-A0D2-B14D5DE9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E1A9B-6897-44DC-A666-3FF8E312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Vector DB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5150F-2F70-4B9A-BA92-13CD050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90F5F-3A0A-41C5-8826-0E91D3B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근거 기반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6E392-1BA7-4985-A704-9BF56A55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57598-042E-4916-8A13-49728F9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38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안전관리 답변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972E9-961A-4790-8E97-CF4DB2D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D6C6F-8F87-4024-A3EE-C9A7408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검색 컬렉션: mine_safety_docs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A3705-46AC-4F71-B755-02CE4CFB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0CA81-34F9-48F0-ACC2-C857ED3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통합 chunks: 820개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D7C83-1030-4F4E-9724-C72CE325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84E25-3558-45C9-BCF2-E05BC6E5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답변 항목: 즉시 판단, 조치, 재개 조건, KRAS, 기록·보고</a:t>
            </a:r>
          </a:p>
        </p:txBody>
      </p:sp>
    </p:spTree>
    <p:extLst>
      <p:ext uri="{BB962C8B-B14F-4D97-AF65-F5344CB8AC3E}">
        <p14:creationId xmlns:p14="http://schemas.microsoft.com/office/powerpoint/2010/main" val="1399575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8203FE-FFC7-4D22-A831-76E6618E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RAG corpus는 공식 문서 기반 chunks로 구성했다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DD4AB-E54C-444D-BF39-28B2F1B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평가 질문은 검색 corpus가 아니라 별도 평가 시나리오로 분리해 관리했습니다.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703F9-0285-4E1A-9D93-D77F5B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88D98-5EDF-4073-87E2-664C6B2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B0F7A-ACDF-4700-B63C-FAEC70A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사용 Vector DB: 10_vector_db_with_major_accident_docs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5A0D4-64CD-4283-BEB3-2BF7A575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EC34D-115E-4344-BC5D-77115F22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통합 chunks 파일: 08_chunks/chunks_with_major_accident_docs.jsonl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8945D-5985-4863-BF88-1CED667E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FD0B5-2E4F-493A-85E6-8D5ACD3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v2 평가 질문과 답변 파일은 corpus가 아닌 평가용 파일로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9B4A6-79EB-4FE1-9BA6-8334550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07213-7B9D-4130-BCF8-B1E7D76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leakage 검사에서 Q001~Q110 질문 원문 exact match 0건 확인</a:t>
            </a:r>
          </a:p>
        </p:txBody>
      </p:sp>
    </p:spTree>
    <p:extLst>
      <p:ext uri="{BB962C8B-B14F-4D97-AF65-F5344CB8AC3E}">
        <p14:creationId xmlns:p14="http://schemas.microsoft.com/office/powerpoint/2010/main" val="774372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BAFED-0F40-4C82-93C9-A93A1121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중대재해처벌법 자료는 관리체계 관점을 보완한다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266DB-AEC6-4985-892E-C16AEF7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사고 대응을 기술 조치에만 머물지 않게 하고 기록·보고와 재발방지까지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A9A52-BCF1-4DB6-B6A8-5627BC0B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C439D-A0B1-44EE-9C3E-A443B539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91878-1A30-4BE0-AE43-280E23D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47875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안전보건관리체계, 경영책임자 의무, 재발방지 관점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A3370-162E-4AD0-A4D7-764589F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2AA9E-15CB-45CA-9B93-E3FFF43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작업중지, 접근통제, 기록·보고, 작업재개 조건을 답변 구조에 포함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92DCC-7BF8-4C1E-8857-C333551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0C327-A9A1-4192-8F27-D774713B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법령 조문을 무리하게 단정하기보다 확인 가능한 근거 중심으로 답변</a:t>
            </a:r>
          </a:p>
        </p:txBody>
      </p:sp>
    </p:spTree>
    <p:extLst>
      <p:ext uri="{BB962C8B-B14F-4D97-AF65-F5344CB8AC3E}">
        <p14:creationId xmlns:p14="http://schemas.microsoft.com/office/powerpoint/2010/main" val="2118284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2EF41-B7AC-45DB-BA78-EDB55AD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Streamlit 앱은 현장 질문을 조치 중심 답변으로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76AF1-A957-47B3-AC20-7F0477C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시연에서는 질문 입력 후 근거, 우선 조치, 체크리스트, 보고 항목을 순서대로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9CE51-D2CC-46CB-82CD-FFA573A3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EC749-623A-4248-9F17-9F6A17E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E7660-8E21-4912-9BD6-37EE1356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5262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광산 안전 질문 입력과 RAG 검색 기반 답변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21667-90E7-4A38-828C-D16D183A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E44E8-98CC-4E95-B949-3189515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4317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즉시 판단, 우선 조치, 작업 재개 조건 자동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091BB-84D2-4CAD-911E-D3C7B4A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84145-3F05-41C6-86F0-EB9B087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3372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KRAS식 위험성평가 초안과 현장 조치 체크리스트 제공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4D7E9-C36D-432D-B084-DCCE4DF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0BB67-342F-4A1F-B8AC-7F36A997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2427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기록·보고 사항을 별도 항목으로 정리</a:t>
            </a:r>
          </a:p>
        </p:txBody>
      </p:sp>
    </p:spTree>
    <p:extLst>
      <p:ext uri="{BB962C8B-B14F-4D97-AF65-F5344CB8AC3E}">
        <p14:creationId xmlns:p14="http://schemas.microsoft.com/office/powerpoint/2010/main" val="1574539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33D1F-0554-440C-9D1E-36FD8922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v2 평가는 기존 비교의 공정성 한계를 보완했다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939A8-D1B1-40DA-BCA9-C99E4F0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질문 수, 익명화, 랜덤화, 다중 평가자를 함께 적용했습니다.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F815-D662-4E96-A284-9856098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44F4B-EE4D-4DAC-821C-3AF8592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C1D06-E417-4A14-8E5C-6CF4D11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평가 질문을 20문항에서 50문항으로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5D2A-2501-4C96-9C48-EBB91A6F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40661-72AB-4DC0-99C4-F157466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ChatGPT, Gemini, MineSafe AI 답변을 Answer A/B/C로 블라인드 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E2282-7034-40A9-9F02-8564A123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3A2F6-EAD8-4F73-A9C5-A6032D07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질문마다 답변 순서를 랜덤화해 위치 편향을 줄임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09EDB-8FC9-4727-A912-3701A01F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63BF0-77F6-4D7C-8858-94B71D7F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GPT/Gemini/Claude 3개 평가자가 참여해 총 450개 점수 산출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79693-B8B9-4C9B-8E6D-EC5C043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5FC9B-25AE-45CC-97C3-F9409518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MISSING_SCORE 0개로 최종 병합본 완성</a:t>
            </a:r>
          </a:p>
        </p:txBody>
      </p:sp>
    </p:spTree>
    <p:extLst>
      <p:ext uri="{BB962C8B-B14F-4D97-AF65-F5344CB8AC3E}">
        <p14:creationId xmlns:p14="http://schemas.microsoft.com/office/powerpoint/2010/main" val="31245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FDBC5-B687-456D-B788-9D278BAB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MineSafe AI가 v2 블라인드 다중평가에서 1위를 기록했다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11390-480C-4B9E-B3DE-9AEF1C4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평균점수와 표준편차 모두 발표자료에 바로 사용할 수 있도록 정리했습니다.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9002F-1A51-4F82-8372-02C915F9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e68cab16d4b45"/>
          <a:stretch xmlns:a="http://schemas.openxmlformats.org/drawingml/2006/main"/>
        </p:blipFill>
        <p:spPr>
          <a:xfrm xmlns:a="http://schemas.openxmlformats.org/drawingml/2006/main">
            <a:off x="723900" y="1924050"/>
            <a:ext cx="5143500" cy="30861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4640a175e4b17"/>
          <a:stretch xmlns:a="http://schemas.openxmlformats.org/drawingml/2006/main"/>
        </p:blipFill>
        <p:spPr>
          <a:xfrm xmlns:a="http://schemas.openxmlformats.org/drawingml/2006/main">
            <a:off x="6286500" y="194310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42745-C767-430C-9830-540F5EF2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MineSafe AI 85.61점 &gt; Gemini 69.91점 &gt; ChatGPT 60.33점</a:t>
            </a:r>
          </a:p>
        </p:txBody>
      </p:sp>
    </p:spTree>
    <p:extLst>
      <p:ext uri="{BB962C8B-B14F-4D97-AF65-F5344CB8AC3E}">
        <p14:creationId xmlns:p14="http://schemas.microsoft.com/office/powerpoint/2010/main" val="1824450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06DDE-E814-450E-BF2F-0F60765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결론은 긍정적이지만 전문가 검토가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AE72-B1D4-47A3-9518-CC2D729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MineSafe AI는 연구용 RAG 안전관리 보조도구로 가능성을 보였고, 현장 적용 전 검증이 필요합니다.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3A36A-69D3-42F6-B543-32E6DE6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af3c5955241f0"/>
          <a:stretch xmlns:a="http://schemas.openxmlformats.org/drawingml/2006/main"/>
        </p:blipFill>
        <p:spPr>
          <a:xfrm xmlns:a="http://schemas.openxmlformats.org/drawingml/2006/main">
            <a:off x="6762750" y="2178143"/>
            <a:ext cx="4476750" cy="25017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AF660-A2DB-4202-895A-204184A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7C6BA-3A5C-4BC0-BFE2-5F84E51E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공식 문서 기반 검색과 현장 조치 중심 답변이 강점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EF6A6-594E-4E44-80EC-0858AD34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E0804-5A35-4740-8CFE-6C245F1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241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AI 평가자 기반 결과이므로 절대적 정답으로 해석하면 안 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8C6EA-6C27-4124-BB74-A7C5163F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BCB09-849B-4252-A59A-5E40C94F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50문항 평가이며 광산별 작업 조건을 모두 대표하지는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85F3D-BA73-43AA-B84E-C5CE26D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81B0E-ECAA-494D-910E-8067585C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실제 적용 전 광산 안전 전문가와 법률 전문가 검토 필요</a:t>
            </a:r>
          </a:p>
        </p:txBody>
      </p:sp>
    </p:spTree>
    <p:extLst>
      <p:ext uri="{BB962C8B-B14F-4D97-AF65-F5344CB8AC3E}">
        <p14:creationId xmlns:p14="http://schemas.microsoft.com/office/powerpoint/2010/main" val="407455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C5DFF-0DD4-43D6-AA3E-3A1E6C3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향후에는 전문가 평가와 현장 피드백으로 신뢰도를 높인다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BBF3B-7B6B-403C-97B7-38A76EA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최종 목표는 안전관리자가 근거 있는 판단을 더 빠르게 하도록 돕는 보조도구입니다.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87C46-8D78-4FD2-8AC2-6AADACDB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2B20F-7800-40AE-8A40-36F0C6C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A647A-854A-43C6-B49C-19B3E44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478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최신 법령과 지침 문서의 지속 업데이트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09EFD-FCD3-487F-8863-D2D90EEA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5959B-FF73-43B4-9C1E-013AA52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광종·작업별 시나리오와 평가 질문 확대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3FE29-FC06-4576-8698-42ED7032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B88DC-4C9A-4244-BCE8-75F8FD70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광산 안전 전문가 평가를 추가해 AI 평가 한계 보완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8DAA7-08D9-4F90-B323-C8B57223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5698B-CED5-49B9-9DE1-C4259F2E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052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현장 피드백 기반 답변 구조와 출처 표시 고도화</a:t>
            </a:r>
          </a:p>
        </p:txBody>
      </p:sp>
    </p:spTree>
    <p:extLst>
      <p:ext uri="{BB962C8B-B14F-4D97-AF65-F5344CB8AC3E}">
        <p14:creationId xmlns:p14="http://schemas.microsoft.com/office/powerpoint/2010/main" val="584839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2026-07-08T12:19:23.6530000Z</dcterms:created>
  <dcterms:modified xsi:type="dcterms:W3CDTF">2026-07-08T12:19:23.6530000Z</dcterms:modified>
</coreProperties>
</file>